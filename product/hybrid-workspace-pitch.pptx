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HYBRID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5CE7"/>
                </a:solidFill>
                <a:latin typeface="Calibri"/>
              </a:defRPr>
            </a:pPr>
            <a:r>
              <a:t>The Operating System for Human-AI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  <a:latin typeface="Calibri"/>
              </a:defRPr>
            </a:pPr>
            <a:r>
              <a:t>碳硅混合团队的操作系统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is no longer a tool.</a:t>
            </a:r>
            <a:br/>
            <a:r>
              <a:t>It's your coworker.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Agent 从聊天助手进化为自主执行者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Harness Engineering 成为新学科——管理 AI 比训练 AI 更重要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每个知识工作者都将拥有自己的 AI 团队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50 AI employees.</a:t>
            </a:r>
            <a:br/>
            <a:r>
              <a:t>Zero management system.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5CE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8C"/>
                </a:solidFill>
                <a:latin typeface="Calibri"/>
              </a:defRPr>
            </a:pPr>
            <a:r>
              <a:t>WHAT ACTUALLY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C5CE7"/>
                </a:solidFill>
                <a:latin typeface="Calibri"/>
              </a:rPr>
              <a:t>Build 的痛：组建团队难</a:t>
            </a:r>
          </a:p>
          <a:p>
            <a:pPr>
              <a:defRPr sz="1300">
                <a:solidFill>
                  <a:srgbClr val="C8C8D2"/>
                </a:solidFill>
                <a:latin typeface="Calibri"/>
              </a:defRPr>
            </a:pPr>
            <a:r>
              <a:t>一个 agent 不够用，新 agent 又上手慢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296"/>
                </a:solidFill>
                <a:latin typeface="Calibri"/>
              </a:defRPr>
            </a:pPr>
            <a:r>
              <a:t>· 一个 Agent 跨多项目，context 和 bandwidth 不够用，性能下降</a:t>
            </a:r>
            <a:br/>
            <a:r>
              <a:t>· 新 Agent 即使有 onboarding skill，实际项目中仍需反复沟通</a:t>
            </a:r>
            <a:br/>
            <a:r>
              <a:t>· 没有共享知识空间，项目决策和经验散落在各自 session 中</a:t>
            </a:r>
            <a:br/>
            <a:r>
              <a:t>· 谁在做什么、卡在哪里，管理者无处可看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75887"/>
            <a:ext cx="10515600" cy="3657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C5CE7"/>
                </a:solidFill>
                <a:latin typeface="Calibri"/>
              </a:rPr>
              <a:t>Train 的痛：教了记不住</a:t>
            </a:r>
          </a:p>
          <a:p>
            <a:pPr>
              <a:defRPr sz="1300">
                <a:solidFill>
                  <a:srgbClr val="C8C8D2"/>
                </a:solidFill>
                <a:latin typeface="Calibri"/>
              </a:defRPr>
            </a:pPr>
            <a:r>
              <a:t>Teach Once, Store Forever, Recall Never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749039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296"/>
                </a:solidFill>
                <a:latin typeface="Calibri"/>
              </a:defRPr>
            </a:pPr>
            <a:r>
              <a:t>· Skill 里写了「GitHub issue 图片用 markdown 格式」，但每次都忘</a:t>
            </a:r>
            <a:br/>
            <a:r>
              <a:t>· 规则不是没有，是在 20+ 条中被上下文稀释——Agent 不会「触景生情」</a:t>
            </a:r>
            <a:br/>
            <a:r>
              <a:t>· 同一条规则纠正多次，跨 session 后又忘</a:t>
            </a:r>
            <a:br/>
            <a:r>
              <a:t>· 一个 Agent 学到的教训，同角色其他 Agent 不知道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36008"/>
            <a:ext cx="10515600" cy="3657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C5CE7"/>
                </a:solidFill>
                <a:latin typeface="Calibri"/>
              </a:rPr>
              <a:t>Process 的痛：流程形同虚设</a:t>
            </a:r>
          </a:p>
          <a:p>
            <a:pPr>
              <a:defRPr sz="1300">
                <a:solidFill>
                  <a:srgbClr val="C8C8D2"/>
                </a:solidFill>
                <a:latin typeface="Calibri"/>
              </a:defRPr>
            </a:pPr>
            <a:r>
              <a:t>有规定没执行，人类失控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70916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296"/>
                </a:solidFill>
                <a:latin typeface="Calibri"/>
              </a:defRPr>
            </a:pPr>
            <a:r>
              <a:t>· QA 没写 test case 就验收，没截图就报 Pass</a:t>
            </a:r>
            <a:br/>
            <a:r>
              <a:t>· Bug 和需求变更混着处理，该写 PRD 的直接开干</a:t>
            </a:r>
            <a:br/>
            <a:r>
              <a:t>· 关键节点不等人类审批，Agent 自作主张往下走</a:t>
            </a:r>
            <a:br/>
            <a:r>
              <a:t>· 人类说「停」，Agent 跑长任务时完全听不到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  <a:latin typeface="Calibri"/>
              </a:defRPr>
            </a:pPr>
            <a:r>
              <a:t>HYBRID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Operating System</a:t>
            </a:r>
            <a:br/>
            <a:r>
              <a:t>for Human-AI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C8D2"/>
                </a:solidFill>
                <a:latin typeface="Calibri"/>
              </a:defRPr>
            </a:pPr>
            <a:r>
              <a:t>让每个知识工作者能像管理真人团队一样，</a:t>
            </a:r>
            <a:br/>
            <a:r>
              <a:t>组建、培训、管理一支 AI 团队。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Four Layers of Hybrid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Harness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管理制度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角色模板自带技能、规则与行为边界，上岗即守规矩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Memory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组织记忆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决策、经验、上下文跨 Agent 持久传承，关键时刻主动推送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Learning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员工成长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从项目经历与人类反馈中自主学习，纠正自动沉淀为规则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Orchestration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流程管控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人类定义流程，系统强制执行，跳步即拦截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Build Your AI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团队模板 </a:t>
            </a:r>
            <a:r>
              <a:rPr sz="2000">
                <a:solidFill>
                  <a:srgbClr val="C8C8D2"/>
                </a:solidFill>
                <a:latin typeface="Calibri"/>
              </a:rPr>
              <a:t>— 一键拉起 PM + Dev + QA，自带角色技能与行为边界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共享知识空间 </a:t>
            </a:r>
            <a:r>
              <a:rPr sz="2000">
                <a:solidFill>
                  <a:srgbClr val="C8C8D2"/>
                </a:solidFill>
                <a:latin typeface="Calibri"/>
              </a:rPr>
              <a:t>— 项目 PRD、决策记录、踩坑经验统一沉淀，Agent 版的飞书文档 / Wiki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组织记忆传承 </a:t>
            </a:r>
            <a:r>
              <a:rPr sz="2000">
                <a:solidFill>
                  <a:srgbClr val="C8C8D2"/>
                </a:solidFill>
                <a:latin typeface="Calibri"/>
              </a:rPr>
              <a:t>— 新 Agent 加入即继承项目上下文，不从零开始反复沟通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有人有家，30 分钟从零到开始干活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Teach Once, Recall Instantly, Remember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FF"/>
                </a:solidFill>
                <a:latin typeface="Calibri"/>
              </a:defRPr>
            </a:pPr>
            <a:r>
              <a:t>Today: Teach Once, Store Forever, Recall Never.</a:t>
            </a:r>
            <a:br/>
            <a:r>
              <a:t>Tomorrow: Teach Once, Recall Instantly, Remember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场景触发式召回 </a:t>
            </a:r>
            <a:r>
              <a:rPr sz="2000">
                <a:solidFill>
                  <a:srgbClr val="C8C8D2"/>
                </a:solidFill>
                <a:latin typeface="Calibri"/>
              </a:rPr>
              <a:t>— Agent 执行工具前，系统自动注入精准规则（pre-tool-call hook）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Agent 从项目经历与人类反馈中自主学习，纠正自动沉淀为规则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规则来源：人类纠正 + Agent 自我学习，都过人类审批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5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不改模型，改 Harness </a:t>
            </a:r>
            <a:r>
              <a:rPr sz="2000">
                <a:solidFill>
                  <a:srgbClr val="C8C8D2"/>
                </a:solidFill>
                <a:latin typeface="Calibri"/>
              </a:rPr>
              <a:t>— 轻量、即时、可解释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Process — 人类定义流程，Agent 必须遵守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人类定义流程 </a:t>
            </a:r>
            <a:r>
              <a:rPr sz="2000">
                <a:solidFill>
                  <a:srgbClr val="C8C8D2"/>
                </a:solidFill>
                <a:latin typeface="Calibri"/>
              </a:rPr>
              <a:t>— QA 验收前必须写 test case、验收后必须出报告带截图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区分 bug 和需求变更 </a:t>
            </a:r>
            <a:r>
              <a:rPr sz="2000">
                <a:solidFill>
                  <a:srgbClr val="C8C8D2"/>
                </a:solidFill>
                <a:latin typeface="Calibri"/>
              </a:rPr>
              <a:t>— 不同问题走不同流程，需求变更需要 PRD 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流程强制执行 </a:t>
            </a:r>
            <a:r>
              <a:rPr sz="2000">
                <a:solidFill>
                  <a:srgbClr val="C8C8D2"/>
                </a:solidFill>
                <a:latin typeface="Calibri"/>
              </a:rPr>
              <a:t>— Agent 试图跳步，系统自动拦截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Kill Switch </a:t>
            </a:r>
            <a:r>
              <a:rPr sz="2000">
                <a:solidFill>
                  <a:srgbClr val="C8C8D2"/>
                </a:solidFill>
                <a:latin typeface="Calibri"/>
              </a:rPr>
              <a:t>— 万一拦截没拦住，人类随时强制打断（兜底）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We Are User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我们自己就是第一批用户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一个人类 PM 指挥一支 AI 团队，从 0 到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这不是理论，是我们每天在做的事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所有痛点都来自真实实践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  <a:latin typeface="Calibri"/>
              </a:defRPr>
            </a:pPr>
            <a:r>
              <a:t>The Future of Work is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Are you ready to</a:t>
            </a:r>
            <a:br/>
            <a:r>
              <a:t>build your AI team?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Calibri"/>
              </a:defRPr>
            </a:pPr>
            <a:r>
              <a:t>contact@hybridworkspace.ai  ·  hybridworkspace.ai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