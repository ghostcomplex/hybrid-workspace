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HYBRID WORKSPACE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C5CE7"/>
                </a:solidFill>
                <a:latin typeface="Calibri"/>
              </a:defRPr>
            </a:pPr>
            <a:r>
              <a:t>The Operating System for Human-AI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2"/>
                </a:solidFill>
                <a:latin typeface="Calibri"/>
              </a:defRPr>
            </a:pPr>
            <a:r>
              <a:t>碳硅混合团队的操作系统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AI is no longer a tool.</a:t>
            </a:r>
            <a:br/>
            <a:r>
              <a:t>It's your coworker.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Agent 从聊天助手进化为自主执行者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Harness Engineering 成为新学科——管理 AI 比训练 AI 更重要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233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每个知识工作者都将拥有自己的 AI 团队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50 AI employees.</a:t>
            </a:r>
            <a:br/>
            <a:r>
              <a:t>Zero management system.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C5CE7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8788C"/>
                </a:solidFill>
                <a:latin typeface="Calibri"/>
              </a:defRPr>
            </a:pPr>
            <a:r>
              <a:t>WHAT ACTUALLY HAPPENED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没有组织架构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谁做什么、向谁汇报？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78892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PM 和 QA 都有验收职责，边界模糊，PM 看 QA 卡住就帮忙绕过</a:t>
            </a:r>
            <a:br/>
            <a:r>
              <a:t>· PM 被冻结期间仍越界帮 QA 推文件、贴 issue</a:t>
            </a:r>
            <a:br/>
            <a:r>
              <a:t>· Dev 没等需求评审就开工，PR 做完才发现方向错了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75887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没有组织记忆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昨天的决策今天忘了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749039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连续 5 天无 daily notes，项目状态完全失明</a:t>
            </a:r>
            <a:br/>
            <a:r>
              <a:t>· PR #101 验收停在 22%，无人知道是卡住还是被遗忘</a:t>
            </a:r>
            <a:br/>
            <a:r>
              <a:t>· PM→QA 交接丢失决策上下文，实现违反 PRD 决策</a:t>
            </a:r>
            <a:br/>
            <a:r>
              <a:t>· 验收只看最近 PR，漏掉累积改动，通过后 bug 更多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636008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存储 ≠ 召回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Teach Once, Store Forever, Recall Never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70916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Manta 的 Skill 里写了「GitHub issue 图片用 markdown 格式」，但每次都忘，需要反复提醒</a:t>
            </a:r>
            <a:br/>
            <a:r>
              <a:t>· 规则不是没有，是在 20+ 条中被上下文稀释——Agent 不会像人一样「触景生情」</a:t>
            </a:r>
            <a:br/>
            <a:r>
              <a:t>· 同一条规则纠正多次，跨 session 后又忘了，每个新 session 从零开始</a:t>
            </a:r>
            <a:br/>
            <a:r>
              <a:t>· 新 QA 加入当天：端口用错、流程不会、用代码审查代替实际运行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596128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没有流程规范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AI 自作主张，人类失控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66928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QA 没有截图就报验收 Pass，团队基于假结果做决策</a:t>
            </a:r>
            <a:br/>
            <a:r>
              <a:t>· Agent 跑长任务时变成聋子，叫停指令等 2 小时才读到</a:t>
            </a:r>
            <a:br/>
            <a:r>
              <a:t>· 跑完错误任务后刷屏输出，淹没其他人的消息</a:t>
            </a:r>
            <a:br/>
            <a:r>
              <a:t>· 后端路径用错导致 LLM 走 fallback，整个上午验收结果不可靠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HYBRID WORKSPACE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Operating System</a:t>
            </a:r>
            <a:br/>
            <a:r>
              <a:t>for Human-AI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C8D2"/>
                </a:solidFill>
                <a:latin typeface="Calibri"/>
              </a:defRPr>
            </a:pPr>
            <a:r>
              <a:t>让每个知识工作者能像管理真人团队一样，</a:t>
            </a:r>
            <a:br/>
            <a:r>
              <a:t>组建、培训、管理一支 AI 团队。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Four Layers of Hybrid Workspace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Harness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管理制度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行为准则、权限边界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Memory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组织记忆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决策记录、经验沉淀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Learning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员工成长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纠正→规则→进化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Orchestration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项目管理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碳硅分工、流程调度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Build Your AI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团队模板 </a:t>
            </a:r>
            <a:r>
              <a:rPr sz="2000">
                <a:solidFill>
                  <a:srgbClr val="C8C8D2"/>
                </a:solidFill>
                <a:latin typeface="Calibri"/>
              </a:rPr>
              <a:t>— 一键拉起 PM + Dev +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角色定义 </a:t>
            </a:r>
            <a:r>
              <a:rPr sz="2000">
                <a:solidFill>
                  <a:srgbClr val="C8C8D2"/>
                </a:solidFill>
                <a:latin typeface="Calibri"/>
              </a:rPr>
              <a:t>— 每个 Agent 有身份、准则、技能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共享知识库 </a:t>
            </a:r>
            <a:r>
              <a:rPr sz="2000">
                <a:solidFill>
                  <a:srgbClr val="C8C8D2"/>
                </a:solidFill>
                <a:latin typeface="Calibri"/>
              </a:rPr>
              <a:t>— 团队共享上下文，不重复交代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30 分钟从零到开始干活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Teach Once, Recall Instantly, Remember Forever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D2FF"/>
                </a:solidFill>
                <a:latin typeface="Calibri"/>
              </a:defRPr>
            </a:pPr>
            <a:r>
              <a:t>Today: Teach Once, Store Forever, Recall Never.</a:t>
            </a:r>
            <a:br/>
            <a:r>
              <a:t>Tomorrow: Teach Once, Recall Instantly, Remember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场景触发式召回 </a:t>
            </a:r>
            <a:r>
              <a:rPr sz="2000">
                <a:solidFill>
                  <a:srgbClr val="C8C8D2"/>
                </a:solidFill>
                <a:latin typeface="Calibri"/>
              </a:rPr>
              <a:t>— Agent 执行工具前，系统自动注入精准规则（pre-tool-call hook）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你说一句话 → 每个 Agent 自己识别相关规则 → 写入行为准则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四层记忆保障：场景触发 / 行为前检查 / 失败记忆召回 / 渐进式强化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5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不改模型，改 Harness </a:t>
            </a:r>
            <a:r>
              <a:rPr sz="2000">
                <a:solidFill>
                  <a:srgbClr val="C8C8D2"/>
                </a:solidFill>
                <a:latin typeface="Calibri"/>
              </a:rPr>
              <a:t>— 轻量、即时、可解释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Orchestrate Human-AI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自然语言定义流程 </a:t>
            </a:r>
            <a:r>
              <a:rPr sz="2000">
                <a:solidFill>
                  <a:srgbClr val="C8C8D2"/>
                </a:solidFill>
                <a:latin typeface="Calibri"/>
              </a:rPr>
              <a:t>— 说一遍，Agent 各自领会并执行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Human Gate </a:t>
            </a:r>
            <a:r>
              <a:rPr sz="2000">
                <a:solidFill>
                  <a:srgbClr val="C8C8D2"/>
                </a:solidFill>
                <a:latin typeface="Calibri"/>
              </a:rPr>
              <a:t>— 关键决策必须人类拍板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Kill Switch </a:t>
            </a:r>
            <a:r>
              <a:rPr sz="2000">
                <a:solidFill>
                  <a:srgbClr val="C8C8D2"/>
                </a:solidFill>
                <a:latin typeface="Calibri"/>
              </a:rPr>
              <a:t>— 实时中断，人类永远掌控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Live Monitor </a:t>
            </a:r>
            <a:r>
              <a:rPr sz="2000">
                <a:solidFill>
                  <a:srgbClr val="C8C8D2"/>
                </a:solidFill>
                <a:latin typeface="Calibri"/>
              </a:rPr>
              <a:t>— 随时知道 AI 在做什么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We Are User Zero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我们自己就是第一批用户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一个人类 PM 指挥一支 AI 团队，从 0 到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这不是理论，是我们每天在做的事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所有痛点都来自真实实践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The Future of Work is Hybrid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Are you ready to</a:t>
            </a:r>
            <a:br/>
            <a:r>
              <a:t>build your AI team?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  <a:latin typeface="Calibri"/>
              </a:defRPr>
            </a:pPr>
            <a:r>
              <a:t>contact@hybridworkforce.ai  ·  hybridworkforce.ai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